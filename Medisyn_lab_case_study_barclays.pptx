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5"/>
  </p:notesMasterIdLst>
  <p:handoutMasterIdLst>
    <p:handoutMasterId r:id="rId16"/>
  </p:handoutMasterIdLst>
  <p:sldIdLst>
    <p:sldId id="261" r:id="rId5"/>
    <p:sldId id="273" r:id="rId6"/>
    <p:sldId id="314" r:id="rId7"/>
    <p:sldId id="315" r:id="rId8"/>
    <p:sldId id="321" r:id="rId9"/>
    <p:sldId id="320" r:id="rId10"/>
    <p:sldId id="316" r:id="rId11"/>
    <p:sldId id="317" r:id="rId12"/>
    <p:sldId id="319" r:id="rId13"/>
    <p:sldId id="31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4A2598-59B6-47F1-B9A0-6772700E6470}" v="76" dt="2025-08-20T16:35:00.765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034" autoAdjust="0"/>
  </p:normalViewPr>
  <p:slideViewPr>
    <p:cSldViewPr>
      <p:cViewPr varScale="1">
        <p:scale>
          <a:sx n="77" d="100"/>
          <a:sy n="77" d="100"/>
        </p:scale>
        <p:origin x="232" y="56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m Sharma" userId="ac8c2930f7ffccf4" providerId="LiveId" clId="{DE4A2598-59B6-47F1-B9A0-6772700E6470}"/>
    <pc:docChg chg="undo custSel addSld delSld modSld sldOrd">
      <pc:chgData name="Shivam Sharma" userId="ac8c2930f7ffccf4" providerId="LiveId" clId="{DE4A2598-59B6-47F1-B9A0-6772700E6470}" dt="2025-08-20T16:35:00.765" v="1455"/>
      <pc:docMkLst>
        <pc:docMk/>
      </pc:docMkLst>
      <pc:sldChg chg="modSp mod">
        <pc:chgData name="Shivam Sharma" userId="ac8c2930f7ffccf4" providerId="LiveId" clId="{DE4A2598-59B6-47F1-B9A0-6772700E6470}" dt="2025-08-20T16:30:03.440" v="1448" actId="404"/>
        <pc:sldMkLst>
          <pc:docMk/>
          <pc:sldMk cId="3135228966" sldId="261"/>
        </pc:sldMkLst>
        <pc:spChg chg="mod">
          <ac:chgData name="Shivam Sharma" userId="ac8c2930f7ffccf4" providerId="LiveId" clId="{DE4A2598-59B6-47F1-B9A0-6772700E6470}" dt="2025-08-20T16:30:03.440" v="1448" actId="404"/>
          <ac:spMkLst>
            <pc:docMk/>
            <pc:sldMk cId="3135228966" sldId="261"/>
            <ac:spMk id="7" creationId="{606F8B2E-A7F5-4413-BEED-BFF7C3D9FF78}"/>
          </ac:spMkLst>
        </pc:spChg>
      </pc:sldChg>
      <pc:sldChg chg="del">
        <pc:chgData name="Shivam Sharma" userId="ac8c2930f7ffccf4" providerId="LiveId" clId="{DE4A2598-59B6-47F1-B9A0-6772700E6470}" dt="2025-08-20T13:44:36.844" v="939" actId="47"/>
        <pc:sldMkLst>
          <pc:docMk/>
          <pc:sldMk cId="2275175635" sldId="300"/>
        </pc:sldMkLst>
      </pc:sldChg>
      <pc:sldChg chg="modSp del mod ord">
        <pc:chgData name="Shivam Sharma" userId="ac8c2930f7ffccf4" providerId="LiveId" clId="{DE4A2598-59B6-47F1-B9A0-6772700E6470}" dt="2025-08-20T13:57:50.947" v="996" actId="47"/>
        <pc:sldMkLst>
          <pc:docMk/>
          <pc:sldMk cId="2596912842" sldId="302"/>
        </pc:sldMkLst>
        <pc:spChg chg="mod">
          <ac:chgData name="Shivam Sharma" userId="ac8c2930f7ffccf4" providerId="LiveId" clId="{DE4A2598-59B6-47F1-B9A0-6772700E6470}" dt="2025-08-20T13:44:59.700" v="984" actId="20577"/>
          <ac:spMkLst>
            <pc:docMk/>
            <pc:sldMk cId="2596912842" sldId="302"/>
            <ac:spMk id="10" creationId="{511670C9-7A12-431E-92B2-050F2389D775}"/>
          </ac:spMkLst>
        </pc:spChg>
      </pc:sldChg>
      <pc:sldChg chg="del">
        <pc:chgData name="Shivam Sharma" userId="ac8c2930f7ffccf4" providerId="LiveId" clId="{DE4A2598-59B6-47F1-B9A0-6772700E6470}" dt="2025-08-20T16:08:35.810" v="1293" actId="47"/>
        <pc:sldMkLst>
          <pc:docMk/>
          <pc:sldMk cId="1965089747" sldId="308"/>
        </pc:sldMkLst>
      </pc:sldChg>
      <pc:sldChg chg="addSp delSp modSp mod">
        <pc:chgData name="Shivam Sharma" userId="ac8c2930f7ffccf4" providerId="LiveId" clId="{DE4A2598-59B6-47F1-B9A0-6772700E6470}" dt="2025-08-19T15:47:05.736" v="163" actId="1035"/>
        <pc:sldMkLst>
          <pc:docMk/>
          <pc:sldMk cId="2700257291" sldId="314"/>
        </pc:sldMkLst>
        <pc:spChg chg="mod">
          <ac:chgData name="Shivam Sharma" userId="ac8c2930f7ffccf4" providerId="LiveId" clId="{DE4A2598-59B6-47F1-B9A0-6772700E6470}" dt="2025-08-19T15:46:55.227" v="154" actId="1035"/>
          <ac:spMkLst>
            <pc:docMk/>
            <pc:sldMk cId="2700257291" sldId="314"/>
            <ac:spMk id="2" creationId="{579A17D1-4028-D68E-1B8A-75A2583EEFAE}"/>
          </ac:spMkLst>
        </pc:spChg>
        <pc:spChg chg="add mod">
          <ac:chgData name="Shivam Sharma" userId="ac8c2930f7ffccf4" providerId="LiveId" clId="{DE4A2598-59B6-47F1-B9A0-6772700E6470}" dt="2025-08-19T15:47:04.814" v="159" actId="164"/>
          <ac:spMkLst>
            <pc:docMk/>
            <pc:sldMk cId="2700257291" sldId="314"/>
            <ac:spMk id="8" creationId="{83E3B093-BE3E-7B48-EC62-F0EAFD88B771}"/>
          </ac:spMkLst>
        </pc:spChg>
        <pc:spChg chg="mod">
          <ac:chgData name="Shivam Sharma" userId="ac8c2930f7ffccf4" providerId="LiveId" clId="{DE4A2598-59B6-47F1-B9A0-6772700E6470}" dt="2025-08-19T15:46:55.227" v="154" actId="1035"/>
          <ac:spMkLst>
            <pc:docMk/>
            <pc:sldMk cId="2700257291" sldId="314"/>
            <ac:spMk id="12" creationId="{384A5A6E-3FC5-CAD4-C247-A4CD2728D33B}"/>
          </ac:spMkLst>
        </pc:spChg>
        <pc:spChg chg="mod">
          <ac:chgData name="Shivam Sharma" userId="ac8c2930f7ffccf4" providerId="LiveId" clId="{DE4A2598-59B6-47F1-B9A0-6772700E6470}" dt="2025-08-19T15:47:00.083" v="158" actId="1035"/>
          <ac:spMkLst>
            <pc:docMk/>
            <pc:sldMk cId="2700257291" sldId="314"/>
            <ac:spMk id="13" creationId="{1BC1A30F-DD4D-0D7C-0DB7-0F133701B572}"/>
          </ac:spMkLst>
        </pc:spChg>
        <pc:grpChg chg="add mod">
          <ac:chgData name="Shivam Sharma" userId="ac8c2930f7ffccf4" providerId="LiveId" clId="{DE4A2598-59B6-47F1-B9A0-6772700E6470}" dt="2025-08-19T15:47:05.736" v="163" actId="1035"/>
          <ac:grpSpMkLst>
            <pc:docMk/>
            <pc:sldMk cId="2700257291" sldId="314"/>
            <ac:grpSpMk id="9" creationId="{9FAAF729-722E-271D-2E5F-613F2F126C3C}"/>
          </ac:grpSpMkLst>
        </pc:grpChg>
        <pc:picChg chg="add del mod">
          <ac:chgData name="Shivam Sharma" userId="ac8c2930f7ffccf4" providerId="LiveId" clId="{DE4A2598-59B6-47F1-B9A0-6772700E6470}" dt="2025-08-19T15:16:02.126" v="7" actId="478"/>
          <ac:picMkLst>
            <pc:docMk/>
            <pc:sldMk cId="2700257291" sldId="314"/>
            <ac:picMk id="6" creationId="{7EB13033-2585-BEC0-35E2-DC6264095E84}"/>
          </ac:picMkLst>
        </pc:picChg>
        <pc:picChg chg="add mod">
          <ac:chgData name="Shivam Sharma" userId="ac8c2930f7ffccf4" providerId="LiveId" clId="{DE4A2598-59B6-47F1-B9A0-6772700E6470}" dt="2025-08-19T15:47:04.814" v="159" actId="164"/>
          <ac:picMkLst>
            <pc:docMk/>
            <pc:sldMk cId="2700257291" sldId="314"/>
            <ac:picMk id="7" creationId="{3980209E-6DDF-0D48-9228-76DF52319ED5}"/>
          </ac:picMkLst>
        </pc:picChg>
      </pc:sldChg>
      <pc:sldChg chg="addSp delSp modSp add mod">
        <pc:chgData name="Shivam Sharma" userId="ac8c2930f7ffccf4" providerId="LiveId" clId="{DE4A2598-59B6-47F1-B9A0-6772700E6470}" dt="2025-08-20T16:23:41.949" v="1380" actId="1076"/>
        <pc:sldMkLst>
          <pc:docMk/>
          <pc:sldMk cId="4163836550" sldId="315"/>
        </pc:sldMkLst>
        <pc:spChg chg="del">
          <ac:chgData name="Shivam Sharma" userId="ac8c2930f7ffccf4" providerId="LiveId" clId="{DE4A2598-59B6-47F1-B9A0-6772700E6470}" dt="2025-08-19T15:47:13.533" v="165" actId="478"/>
          <ac:spMkLst>
            <pc:docMk/>
            <pc:sldMk cId="4163836550" sldId="315"/>
            <ac:spMk id="2" creationId="{AA90A2C5-8526-279A-201B-A9D579BB3C95}"/>
          </ac:spMkLst>
        </pc:spChg>
        <pc:spChg chg="add del mod">
          <ac:chgData name="Shivam Sharma" userId="ac8c2930f7ffccf4" providerId="LiveId" clId="{DE4A2598-59B6-47F1-B9A0-6772700E6470}" dt="2025-08-19T15:18:06.749" v="47" actId="478"/>
          <ac:spMkLst>
            <pc:docMk/>
            <pc:sldMk cId="4163836550" sldId="315"/>
            <ac:spMk id="5" creationId="{01E5F53D-AB59-470A-E06F-1C7BC09004A8}"/>
          </ac:spMkLst>
        </pc:spChg>
        <pc:spChg chg="del">
          <ac:chgData name="Shivam Sharma" userId="ac8c2930f7ffccf4" providerId="LiveId" clId="{DE4A2598-59B6-47F1-B9A0-6772700E6470}" dt="2025-08-19T15:18:02.637" v="45" actId="478"/>
          <ac:spMkLst>
            <pc:docMk/>
            <pc:sldMk cId="4163836550" sldId="315"/>
            <ac:spMk id="8" creationId="{C776A587-DDB4-6430-C867-4DBDF4A9C323}"/>
          </ac:spMkLst>
        </pc:spChg>
        <pc:spChg chg="del">
          <ac:chgData name="Shivam Sharma" userId="ac8c2930f7ffccf4" providerId="LiveId" clId="{DE4A2598-59B6-47F1-B9A0-6772700E6470}" dt="2025-08-19T15:47:21.831" v="167" actId="478"/>
          <ac:spMkLst>
            <pc:docMk/>
            <pc:sldMk cId="4163836550" sldId="315"/>
            <ac:spMk id="12" creationId="{A3E02C6A-1EC8-3D12-0E13-A9992E1B586F}"/>
          </ac:spMkLst>
        </pc:spChg>
        <pc:spChg chg="del">
          <ac:chgData name="Shivam Sharma" userId="ac8c2930f7ffccf4" providerId="LiveId" clId="{DE4A2598-59B6-47F1-B9A0-6772700E6470}" dt="2025-08-19T15:18:04.727" v="46" actId="478"/>
          <ac:spMkLst>
            <pc:docMk/>
            <pc:sldMk cId="4163836550" sldId="315"/>
            <ac:spMk id="13" creationId="{FD551C79-D3FA-97DB-9B1B-345C2F19C13A}"/>
          </ac:spMkLst>
        </pc:spChg>
        <pc:spChg chg="add mod">
          <ac:chgData name="Shivam Sharma" userId="ac8c2930f7ffccf4" providerId="LiveId" clId="{DE4A2598-59B6-47F1-B9A0-6772700E6470}" dt="2025-08-19T15:41:06.637" v="136" actId="1076"/>
          <ac:spMkLst>
            <pc:docMk/>
            <pc:sldMk cId="4163836550" sldId="315"/>
            <ac:spMk id="15" creationId="{A53C004D-008C-6FAF-8304-17167796A93B}"/>
          </ac:spMkLst>
        </pc:spChg>
        <pc:spChg chg="add mod">
          <ac:chgData name="Shivam Sharma" userId="ac8c2930f7ffccf4" providerId="LiveId" clId="{DE4A2598-59B6-47F1-B9A0-6772700E6470}" dt="2025-08-20T14:04:51.718" v="1006" actId="20577"/>
          <ac:spMkLst>
            <pc:docMk/>
            <pc:sldMk cId="4163836550" sldId="315"/>
            <ac:spMk id="21" creationId="{9139A9AC-C6AE-9B6D-DC98-68478A784395}"/>
          </ac:spMkLst>
        </pc:spChg>
        <pc:spChg chg="add mod">
          <ac:chgData name="Shivam Sharma" userId="ac8c2930f7ffccf4" providerId="LiveId" clId="{DE4A2598-59B6-47F1-B9A0-6772700E6470}" dt="2025-08-20T16:11:10.430" v="1323" actId="5793"/>
          <ac:spMkLst>
            <pc:docMk/>
            <pc:sldMk cId="4163836550" sldId="315"/>
            <ac:spMk id="22" creationId="{31984035-9DE6-E85B-FB5E-F5250D7E4F41}"/>
          </ac:spMkLst>
        </pc:spChg>
        <pc:spChg chg="add del mod">
          <ac:chgData name="Shivam Sharma" userId="ac8c2930f7ffccf4" providerId="LiveId" clId="{DE4A2598-59B6-47F1-B9A0-6772700E6470}" dt="2025-08-19T15:47:16.799" v="166" actId="478"/>
          <ac:spMkLst>
            <pc:docMk/>
            <pc:sldMk cId="4163836550" sldId="315"/>
            <ac:spMk id="24" creationId="{440885A1-A640-753E-9CAE-E864575A646D}"/>
          </ac:spMkLst>
        </pc:spChg>
        <pc:spChg chg="add del mod">
          <ac:chgData name="Shivam Sharma" userId="ac8c2930f7ffccf4" providerId="LiveId" clId="{DE4A2598-59B6-47F1-B9A0-6772700E6470}" dt="2025-08-19T15:47:23.581" v="168" actId="478"/>
          <ac:spMkLst>
            <pc:docMk/>
            <pc:sldMk cId="4163836550" sldId="315"/>
            <ac:spMk id="26" creationId="{22F69F57-AD9E-B39E-9003-CD9FF67E38B0}"/>
          </ac:spMkLst>
        </pc:spChg>
        <pc:picChg chg="del">
          <ac:chgData name="Shivam Sharma" userId="ac8c2930f7ffccf4" providerId="LiveId" clId="{DE4A2598-59B6-47F1-B9A0-6772700E6470}" dt="2025-08-19T15:18:00.581" v="44" actId="478"/>
          <ac:picMkLst>
            <pc:docMk/>
            <pc:sldMk cId="4163836550" sldId="315"/>
            <ac:picMk id="7" creationId="{8D05D9DF-2BC6-72BF-626E-A177E12A5E82}"/>
          </ac:picMkLst>
        </pc:picChg>
        <pc:picChg chg="add del mod">
          <ac:chgData name="Shivam Sharma" userId="ac8c2930f7ffccf4" providerId="LiveId" clId="{DE4A2598-59B6-47F1-B9A0-6772700E6470}" dt="2025-08-19T15:31:15.453" v="50" actId="478"/>
          <ac:picMkLst>
            <pc:docMk/>
            <pc:sldMk cId="4163836550" sldId="315"/>
            <ac:picMk id="9" creationId="{FDF4F9A6-E1F0-4CE6-055F-E81C1C3354AC}"/>
          </ac:picMkLst>
        </pc:picChg>
        <pc:picChg chg="add mod">
          <ac:chgData name="Shivam Sharma" userId="ac8c2930f7ffccf4" providerId="LiveId" clId="{DE4A2598-59B6-47F1-B9A0-6772700E6470}" dt="2025-08-20T16:19:02.460" v="1353" actId="1076"/>
          <ac:picMkLst>
            <pc:docMk/>
            <pc:sldMk cId="4163836550" sldId="315"/>
            <ac:picMk id="14" creationId="{385661C0-A6C5-C187-9DB7-D1DBC10EEA5A}"/>
          </ac:picMkLst>
        </pc:picChg>
        <pc:picChg chg="add mod">
          <ac:chgData name="Shivam Sharma" userId="ac8c2930f7ffccf4" providerId="LiveId" clId="{DE4A2598-59B6-47F1-B9A0-6772700E6470}" dt="2025-08-20T16:19:33.777" v="1364" actId="1076"/>
          <ac:picMkLst>
            <pc:docMk/>
            <pc:sldMk cId="4163836550" sldId="315"/>
            <ac:picMk id="17" creationId="{F50ED9D5-F2CD-2450-8736-785F9E937F34}"/>
          </ac:picMkLst>
        </pc:picChg>
        <pc:picChg chg="add del mod">
          <ac:chgData name="Shivam Sharma" userId="ac8c2930f7ffccf4" providerId="LiveId" clId="{DE4A2598-59B6-47F1-B9A0-6772700E6470}" dt="2025-08-20T16:14:30.080" v="1331" actId="478"/>
          <ac:picMkLst>
            <pc:docMk/>
            <pc:sldMk cId="4163836550" sldId="315"/>
            <ac:picMk id="20" creationId="{821358F4-47AA-A6B7-C655-6F4FFB0A7165}"/>
          </ac:picMkLst>
        </pc:picChg>
        <pc:picChg chg="add del mod">
          <ac:chgData name="Shivam Sharma" userId="ac8c2930f7ffccf4" providerId="LiveId" clId="{DE4A2598-59B6-47F1-B9A0-6772700E6470}" dt="2025-08-20T16:19:21.266" v="1360" actId="478"/>
          <ac:picMkLst>
            <pc:docMk/>
            <pc:sldMk cId="4163836550" sldId="315"/>
            <ac:picMk id="28" creationId="{544B19F8-5C79-8346-E482-6638206BF550}"/>
          </ac:picMkLst>
        </pc:picChg>
        <pc:picChg chg="add del mod">
          <ac:chgData name="Shivam Sharma" userId="ac8c2930f7ffccf4" providerId="LiveId" clId="{DE4A2598-59B6-47F1-B9A0-6772700E6470}" dt="2025-08-20T16:19:22.987" v="1361" actId="478"/>
          <ac:picMkLst>
            <pc:docMk/>
            <pc:sldMk cId="4163836550" sldId="315"/>
            <ac:picMk id="30" creationId="{9BC30B31-FABD-2DB0-6D1A-2A706E105DB1}"/>
          </ac:picMkLst>
        </pc:picChg>
        <pc:picChg chg="add mod">
          <ac:chgData name="Shivam Sharma" userId="ac8c2930f7ffccf4" providerId="LiveId" clId="{DE4A2598-59B6-47F1-B9A0-6772700E6470}" dt="2025-08-20T16:14:38.254" v="1335" actId="1076"/>
          <ac:picMkLst>
            <pc:docMk/>
            <pc:sldMk cId="4163836550" sldId="315"/>
            <ac:picMk id="32" creationId="{9C78B54E-66E1-81AB-8FF3-845DA54AABA1}"/>
          </ac:picMkLst>
        </pc:picChg>
        <pc:picChg chg="add mod">
          <ac:chgData name="Shivam Sharma" userId="ac8c2930f7ffccf4" providerId="LiveId" clId="{DE4A2598-59B6-47F1-B9A0-6772700E6470}" dt="2025-08-20T16:15:45.933" v="1341" actId="1076"/>
          <ac:picMkLst>
            <pc:docMk/>
            <pc:sldMk cId="4163836550" sldId="315"/>
            <ac:picMk id="34" creationId="{981F3A04-499E-C880-F0D6-5E7B9F500EEC}"/>
          </ac:picMkLst>
        </pc:picChg>
        <pc:picChg chg="add del mod">
          <ac:chgData name="Shivam Sharma" userId="ac8c2930f7ffccf4" providerId="LiveId" clId="{DE4A2598-59B6-47F1-B9A0-6772700E6470}" dt="2025-08-20T16:18:16.665" v="1346" actId="478"/>
          <ac:picMkLst>
            <pc:docMk/>
            <pc:sldMk cId="4163836550" sldId="315"/>
            <ac:picMk id="36" creationId="{DB8DCA3A-6F78-5B3E-12A2-7C78378911D6}"/>
          </ac:picMkLst>
        </pc:picChg>
        <pc:picChg chg="add mod">
          <ac:chgData name="Shivam Sharma" userId="ac8c2930f7ffccf4" providerId="LiveId" clId="{DE4A2598-59B6-47F1-B9A0-6772700E6470}" dt="2025-08-20T16:18:57.392" v="1352" actId="1076"/>
          <ac:picMkLst>
            <pc:docMk/>
            <pc:sldMk cId="4163836550" sldId="315"/>
            <ac:picMk id="38" creationId="{32EC6CAA-1604-7548-55E8-3C1EE4F01FA8}"/>
          </ac:picMkLst>
        </pc:picChg>
        <pc:picChg chg="add mod">
          <ac:chgData name="Shivam Sharma" userId="ac8c2930f7ffccf4" providerId="LiveId" clId="{DE4A2598-59B6-47F1-B9A0-6772700E6470}" dt="2025-08-20T16:23:41.949" v="1380" actId="1076"/>
          <ac:picMkLst>
            <pc:docMk/>
            <pc:sldMk cId="4163836550" sldId="315"/>
            <ac:picMk id="40" creationId="{B901ACE2-C8D0-C3E8-155C-87878CC2927A}"/>
          </ac:picMkLst>
        </pc:picChg>
        <pc:picChg chg="add mod">
          <ac:chgData name="Shivam Sharma" userId="ac8c2930f7ffccf4" providerId="LiveId" clId="{DE4A2598-59B6-47F1-B9A0-6772700E6470}" dt="2025-08-20T16:23:40.257" v="1379" actId="1076"/>
          <ac:picMkLst>
            <pc:docMk/>
            <pc:sldMk cId="4163836550" sldId="315"/>
            <ac:picMk id="42" creationId="{777EBF5A-EF1E-323C-D5B3-7D5DD4211CCD}"/>
          </ac:picMkLst>
        </pc:picChg>
      </pc:sldChg>
      <pc:sldChg chg="addSp delSp modSp add mod">
        <pc:chgData name="Shivam Sharma" userId="ac8c2930f7ffccf4" providerId="LiveId" clId="{DE4A2598-59B6-47F1-B9A0-6772700E6470}" dt="2025-08-20T14:50:07.140" v="1248" actId="1076"/>
        <pc:sldMkLst>
          <pc:docMk/>
          <pc:sldMk cId="3571732169" sldId="316"/>
        </pc:sldMkLst>
        <pc:spChg chg="add mod">
          <ac:chgData name="Shivam Sharma" userId="ac8c2930f7ffccf4" providerId="LiveId" clId="{DE4A2598-59B6-47F1-B9A0-6772700E6470}" dt="2025-08-20T14:49:37.857" v="1240" actId="1076"/>
          <ac:spMkLst>
            <pc:docMk/>
            <pc:sldMk cId="3571732169" sldId="316"/>
            <ac:spMk id="4" creationId="{927B086D-5549-0DC3-DBB4-23D3A61EF290}"/>
          </ac:spMkLst>
        </pc:spChg>
        <pc:spChg chg="add">
          <ac:chgData name="Shivam Sharma" userId="ac8c2930f7ffccf4" providerId="LiveId" clId="{DE4A2598-59B6-47F1-B9A0-6772700E6470}" dt="2025-08-19T16:17:30.415" v="308"/>
          <ac:spMkLst>
            <pc:docMk/>
            <pc:sldMk cId="3571732169" sldId="316"/>
            <ac:spMk id="5" creationId="{47AAC307-1FBE-A89D-D575-9AE7968EBB9D}"/>
          </ac:spMkLst>
        </pc:spChg>
        <pc:spChg chg="mod">
          <ac:chgData name="Shivam Sharma" userId="ac8c2930f7ffccf4" providerId="LiveId" clId="{DE4A2598-59B6-47F1-B9A0-6772700E6470}" dt="2025-08-19T16:13:19.940" v="217" actId="20577"/>
          <ac:spMkLst>
            <pc:docMk/>
            <pc:sldMk cId="3571732169" sldId="316"/>
            <ac:spMk id="12" creationId="{6EDF056F-45A6-07D3-0DEA-A8441A847EFF}"/>
          </ac:spMkLst>
        </pc:spChg>
        <pc:spChg chg="add mod">
          <ac:chgData name="Shivam Sharma" userId="ac8c2930f7ffccf4" providerId="LiveId" clId="{DE4A2598-59B6-47F1-B9A0-6772700E6470}" dt="2025-08-20T14:50:07.140" v="1248" actId="1076"/>
          <ac:spMkLst>
            <pc:docMk/>
            <pc:sldMk cId="3571732169" sldId="316"/>
            <ac:spMk id="13" creationId="{0EE3850A-2CE4-A82D-4CE4-021D47DEC37B}"/>
          </ac:spMkLst>
        </pc:spChg>
        <pc:picChg chg="add del mod">
          <ac:chgData name="Shivam Sharma" userId="ac8c2930f7ffccf4" providerId="LiveId" clId="{DE4A2598-59B6-47F1-B9A0-6772700E6470}" dt="2025-08-19T16:29:42.795" v="394" actId="478"/>
          <ac:picMkLst>
            <pc:docMk/>
            <pc:sldMk cId="3571732169" sldId="316"/>
            <ac:picMk id="3" creationId="{BD263B6E-2A6D-B2B6-D67F-5E9D2AD54BF5}"/>
          </ac:picMkLst>
        </pc:picChg>
        <pc:picChg chg="add del mod">
          <ac:chgData name="Shivam Sharma" userId="ac8c2930f7ffccf4" providerId="LiveId" clId="{DE4A2598-59B6-47F1-B9A0-6772700E6470}" dt="2025-08-19T16:28:13.813" v="391" actId="21"/>
          <ac:picMkLst>
            <pc:docMk/>
            <pc:sldMk cId="3571732169" sldId="316"/>
            <ac:picMk id="7" creationId="{C0D1033A-1D63-FF7D-A9FC-3D228E6B1182}"/>
          </ac:picMkLst>
        </pc:picChg>
        <pc:picChg chg="add del mod">
          <ac:chgData name="Shivam Sharma" userId="ac8c2930f7ffccf4" providerId="LiveId" clId="{DE4A2598-59B6-47F1-B9A0-6772700E6470}" dt="2025-08-20T13:55:50.199" v="985" actId="478"/>
          <ac:picMkLst>
            <pc:docMk/>
            <pc:sldMk cId="3571732169" sldId="316"/>
            <ac:picMk id="9" creationId="{4E0D471B-3650-022A-9F62-90035226BA30}"/>
          </ac:picMkLst>
        </pc:picChg>
        <pc:picChg chg="add mod">
          <ac:chgData name="Shivam Sharma" userId="ac8c2930f7ffccf4" providerId="LiveId" clId="{DE4A2598-59B6-47F1-B9A0-6772700E6470}" dt="2025-08-20T13:56:25.168" v="993" actId="1076"/>
          <ac:picMkLst>
            <pc:docMk/>
            <pc:sldMk cId="3571732169" sldId="316"/>
            <ac:picMk id="11" creationId="{60342188-47DA-35E3-C3FE-A6297B153A41}"/>
          </ac:picMkLst>
        </pc:picChg>
        <pc:picChg chg="del">
          <ac:chgData name="Shivam Sharma" userId="ac8c2930f7ffccf4" providerId="LiveId" clId="{DE4A2598-59B6-47F1-B9A0-6772700E6470}" dt="2025-08-19T16:13:26.539" v="218" actId="478"/>
          <ac:picMkLst>
            <pc:docMk/>
            <pc:sldMk cId="3571732169" sldId="316"/>
            <ac:picMk id="28" creationId="{C2AE2A50-7A0D-B437-4E30-D8D5182FC243}"/>
          </ac:picMkLst>
        </pc:picChg>
      </pc:sldChg>
      <pc:sldChg chg="addSp delSp modSp add mod">
        <pc:chgData name="Shivam Sharma" userId="ac8c2930f7ffccf4" providerId="LiveId" clId="{DE4A2598-59B6-47F1-B9A0-6772700E6470}" dt="2025-08-20T16:08:24.225" v="1292" actId="14100"/>
        <pc:sldMkLst>
          <pc:docMk/>
          <pc:sldMk cId="1213207934" sldId="317"/>
        </pc:sldMkLst>
        <pc:spChg chg="del mod">
          <ac:chgData name="Shivam Sharma" userId="ac8c2930f7ffccf4" providerId="LiveId" clId="{DE4A2598-59B6-47F1-B9A0-6772700E6470}" dt="2025-08-20T14:42:00.423" v="1185" actId="478"/>
          <ac:spMkLst>
            <pc:docMk/>
            <pc:sldMk cId="1213207934" sldId="317"/>
            <ac:spMk id="4" creationId="{8351F6CE-EC1D-9928-F5F6-DCF0317E25EB}"/>
          </ac:spMkLst>
        </pc:spChg>
        <pc:spChg chg="add mod">
          <ac:chgData name="Shivam Sharma" userId="ac8c2930f7ffccf4" providerId="LiveId" clId="{DE4A2598-59B6-47F1-B9A0-6772700E6470}" dt="2025-08-20T14:41:50.848" v="1183" actId="20577"/>
          <ac:spMkLst>
            <pc:docMk/>
            <pc:sldMk cId="1213207934" sldId="317"/>
            <ac:spMk id="10" creationId="{C25537F6-AEAB-DDFE-2C93-0397A12173A7}"/>
          </ac:spMkLst>
        </pc:spChg>
        <pc:spChg chg="add">
          <ac:chgData name="Shivam Sharma" userId="ac8c2930f7ffccf4" providerId="LiveId" clId="{DE4A2598-59B6-47F1-B9A0-6772700E6470}" dt="2025-08-20T14:39:47.288" v="1114"/>
          <ac:spMkLst>
            <pc:docMk/>
            <pc:sldMk cId="1213207934" sldId="317"/>
            <ac:spMk id="11" creationId="{1FAEFCB3-B8F3-B036-3914-DE2296700018}"/>
          </ac:spMkLst>
        </pc:spChg>
        <pc:spChg chg="mod">
          <ac:chgData name="Shivam Sharma" userId="ac8c2930f7ffccf4" providerId="LiveId" clId="{DE4A2598-59B6-47F1-B9A0-6772700E6470}" dt="2025-08-19T17:47:37.769" v="413" actId="20577"/>
          <ac:spMkLst>
            <pc:docMk/>
            <pc:sldMk cId="1213207934" sldId="317"/>
            <ac:spMk id="12" creationId="{A4BD925B-2105-49C2-1B02-450DC16255A8}"/>
          </ac:spMkLst>
        </pc:spChg>
        <pc:graphicFrameChg chg="add mod">
          <ac:chgData name="Shivam Sharma" userId="ac8c2930f7ffccf4" providerId="LiveId" clId="{DE4A2598-59B6-47F1-B9A0-6772700E6470}" dt="2025-08-20T16:08:24.225" v="1292" actId="14100"/>
          <ac:graphicFrameMkLst>
            <pc:docMk/>
            <pc:sldMk cId="1213207934" sldId="317"/>
            <ac:graphicFrameMk id="13" creationId="{0AAB072B-A427-BF04-F968-B94647C1DC45}"/>
          </ac:graphicFrameMkLst>
        </pc:graphicFrameChg>
        <pc:picChg chg="add del mod">
          <ac:chgData name="Shivam Sharma" userId="ac8c2930f7ffccf4" providerId="LiveId" clId="{DE4A2598-59B6-47F1-B9A0-6772700E6470}" dt="2025-08-20T14:37:10.937" v="1093" actId="478"/>
          <ac:picMkLst>
            <pc:docMk/>
            <pc:sldMk cId="1213207934" sldId="317"/>
            <ac:picMk id="3" creationId="{470CD290-50C0-3AFC-691B-DE794C17C46E}"/>
          </ac:picMkLst>
        </pc:picChg>
        <pc:picChg chg="add del">
          <ac:chgData name="Shivam Sharma" userId="ac8c2930f7ffccf4" providerId="LiveId" clId="{DE4A2598-59B6-47F1-B9A0-6772700E6470}" dt="2025-08-20T13:31:07.807" v="425" actId="478"/>
          <ac:picMkLst>
            <pc:docMk/>
            <pc:sldMk cId="1213207934" sldId="317"/>
            <ac:picMk id="6" creationId="{0F43B903-17BB-1FA9-E7F3-28D63BE9D092}"/>
          </ac:picMkLst>
        </pc:picChg>
        <pc:picChg chg="add mod">
          <ac:chgData name="Shivam Sharma" userId="ac8c2930f7ffccf4" providerId="LiveId" clId="{DE4A2598-59B6-47F1-B9A0-6772700E6470}" dt="2025-08-20T14:42:08.857" v="1186" actId="1076"/>
          <ac:picMkLst>
            <pc:docMk/>
            <pc:sldMk cId="1213207934" sldId="317"/>
            <ac:picMk id="8" creationId="{CCF358B1-E632-BBAC-BD0C-BC01A03DE239}"/>
          </ac:picMkLst>
        </pc:picChg>
        <pc:picChg chg="del">
          <ac:chgData name="Shivam Sharma" userId="ac8c2930f7ffccf4" providerId="LiveId" clId="{DE4A2598-59B6-47F1-B9A0-6772700E6470}" dt="2025-08-20T09:01:01.990" v="414" actId="478"/>
          <ac:picMkLst>
            <pc:docMk/>
            <pc:sldMk cId="1213207934" sldId="317"/>
            <ac:picMk id="9" creationId="{C0BC8231-490E-D864-1790-CDEECCF7287C}"/>
          </ac:picMkLst>
        </pc:picChg>
      </pc:sldChg>
      <pc:sldChg chg="addSp delSp modSp add mod">
        <pc:chgData name="Shivam Sharma" userId="ac8c2930f7ffccf4" providerId="LiveId" clId="{DE4A2598-59B6-47F1-B9A0-6772700E6470}" dt="2025-08-20T16:35:00.765" v="1455"/>
        <pc:sldMkLst>
          <pc:docMk/>
          <pc:sldMk cId="542801328" sldId="318"/>
        </pc:sldMkLst>
        <pc:spChg chg="add del mod">
          <ac:chgData name="Shivam Sharma" userId="ac8c2930f7ffccf4" providerId="LiveId" clId="{DE4A2598-59B6-47F1-B9A0-6772700E6470}" dt="2025-08-20T16:34:12.272" v="1449" actId="478"/>
          <ac:spMkLst>
            <pc:docMk/>
            <pc:sldMk cId="542801328" sldId="318"/>
            <ac:spMk id="2" creationId="{37618574-AACD-727A-9F91-D500F3AF864B}"/>
          </ac:spMkLst>
        </pc:spChg>
        <pc:spChg chg="mod">
          <ac:chgData name="Shivam Sharma" userId="ac8c2930f7ffccf4" providerId="LiveId" clId="{DE4A2598-59B6-47F1-B9A0-6772700E6470}" dt="2025-08-20T14:46:10.408" v="1237" actId="1076"/>
          <ac:spMkLst>
            <pc:docMk/>
            <pc:sldMk cId="542801328" sldId="318"/>
            <ac:spMk id="4" creationId="{AFB6D220-5605-9894-1DD2-9E6E7F0E980F}"/>
          </ac:spMkLst>
        </pc:spChg>
        <pc:spChg chg="add mod">
          <ac:chgData name="Shivam Sharma" userId="ac8c2930f7ffccf4" providerId="LiveId" clId="{DE4A2598-59B6-47F1-B9A0-6772700E6470}" dt="2025-08-20T14:46:18.059" v="1239" actId="1076"/>
          <ac:spMkLst>
            <pc:docMk/>
            <pc:sldMk cId="542801328" sldId="318"/>
            <ac:spMk id="9" creationId="{F882E929-FED5-6B9C-6C41-9C9384E75B15}"/>
          </ac:spMkLst>
        </pc:spChg>
        <pc:spChg chg="add">
          <ac:chgData name="Shivam Sharma" userId="ac8c2930f7ffccf4" providerId="LiveId" clId="{DE4A2598-59B6-47F1-B9A0-6772700E6470}" dt="2025-08-20T14:45:47.165" v="1230"/>
          <ac:spMkLst>
            <pc:docMk/>
            <pc:sldMk cId="542801328" sldId="318"/>
            <ac:spMk id="10" creationId="{F2DE0761-DE37-E77C-580D-FE8952451748}"/>
          </ac:spMkLst>
        </pc:spChg>
        <pc:spChg chg="mod">
          <ac:chgData name="Shivam Sharma" userId="ac8c2930f7ffccf4" providerId="LiveId" clId="{DE4A2598-59B6-47F1-B9A0-6772700E6470}" dt="2025-08-20T13:35:47.247" v="895" actId="20577"/>
          <ac:spMkLst>
            <pc:docMk/>
            <pc:sldMk cId="542801328" sldId="318"/>
            <ac:spMk id="12" creationId="{4620D66A-A054-7570-3F89-E47C48DB415F}"/>
          </ac:spMkLst>
        </pc:spChg>
        <pc:graphicFrameChg chg="add mod">
          <ac:chgData name="Shivam Sharma" userId="ac8c2930f7ffccf4" providerId="LiveId" clId="{DE4A2598-59B6-47F1-B9A0-6772700E6470}" dt="2025-08-20T16:35:00.765" v="1455"/>
          <ac:graphicFrameMkLst>
            <pc:docMk/>
            <pc:sldMk cId="542801328" sldId="318"/>
            <ac:graphicFrameMk id="5" creationId="{D33DE378-CEA6-C333-95F2-2358704F90F2}"/>
          </ac:graphicFrameMkLst>
        </pc:graphicFrameChg>
        <pc:picChg chg="del">
          <ac:chgData name="Shivam Sharma" userId="ac8c2930f7ffccf4" providerId="LiveId" clId="{DE4A2598-59B6-47F1-B9A0-6772700E6470}" dt="2025-08-20T13:31:14.321" v="427" actId="478"/>
          <ac:picMkLst>
            <pc:docMk/>
            <pc:sldMk cId="542801328" sldId="318"/>
            <ac:picMk id="3" creationId="{EC4F709C-8F6B-E6DF-E9EB-A81FBB35C51C}"/>
          </ac:picMkLst>
        </pc:picChg>
        <pc:picChg chg="del mod">
          <ac:chgData name="Shivam Sharma" userId="ac8c2930f7ffccf4" providerId="LiveId" clId="{DE4A2598-59B6-47F1-B9A0-6772700E6470}" dt="2025-08-20T13:43:43.129" v="929" actId="478"/>
          <ac:picMkLst>
            <pc:docMk/>
            <pc:sldMk cId="542801328" sldId="318"/>
            <ac:picMk id="6" creationId="{1F1AA0DC-F160-0A9F-1923-91DD53C7F39F}"/>
          </ac:picMkLst>
        </pc:picChg>
        <pc:picChg chg="add mod">
          <ac:chgData name="Shivam Sharma" userId="ac8c2930f7ffccf4" providerId="LiveId" clId="{DE4A2598-59B6-47F1-B9A0-6772700E6470}" dt="2025-08-20T13:44:14.642" v="937" actId="1076"/>
          <ac:picMkLst>
            <pc:docMk/>
            <pc:sldMk cId="542801328" sldId="318"/>
            <ac:picMk id="8" creationId="{845043B7-ED98-3375-DD7B-C5EEC9C18CE1}"/>
          </ac:picMkLst>
        </pc:picChg>
      </pc:sldChg>
      <pc:sldChg chg="addSp delSp modSp add mod">
        <pc:chgData name="Shivam Sharma" userId="ac8c2930f7ffccf4" providerId="LiveId" clId="{DE4A2598-59B6-47F1-B9A0-6772700E6470}" dt="2025-08-20T14:44:49.574" v="1219" actId="14100"/>
        <pc:sldMkLst>
          <pc:docMk/>
          <pc:sldMk cId="469319410" sldId="319"/>
        </pc:sldMkLst>
        <pc:spChg chg="mod">
          <ac:chgData name="Shivam Sharma" userId="ac8c2930f7ffccf4" providerId="LiveId" clId="{DE4A2598-59B6-47F1-B9A0-6772700E6470}" dt="2025-08-20T14:44:49.574" v="1219" actId="14100"/>
          <ac:spMkLst>
            <pc:docMk/>
            <pc:sldMk cId="469319410" sldId="319"/>
            <ac:spMk id="4" creationId="{462333EF-B387-EC56-E3ED-5F425AAAD444}"/>
          </ac:spMkLst>
        </pc:spChg>
        <pc:spChg chg="add mod">
          <ac:chgData name="Shivam Sharma" userId="ac8c2930f7ffccf4" providerId="LiveId" clId="{DE4A2598-59B6-47F1-B9A0-6772700E6470}" dt="2025-08-20T14:44:41.468" v="1218" actId="14100"/>
          <ac:spMkLst>
            <pc:docMk/>
            <pc:sldMk cId="469319410" sldId="319"/>
            <ac:spMk id="6" creationId="{0504FF02-4535-ABF8-28B6-1977B9E84D19}"/>
          </ac:spMkLst>
        </pc:spChg>
        <pc:spChg chg="mod">
          <ac:chgData name="Shivam Sharma" userId="ac8c2930f7ffccf4" providerId="LiveId" clId="{DE4A2598-59B6-47F1-B9A0-6772700E6470}" dt="2025-08-20T13:39:12.821" v="928" actId="20577"/>
          <ac:spMkLst>
            <pc:docMk/>
            <pc:sldMk cId="469319410" sldId="319"/>
            <ac:spMk id="12" creationId="{497D381C-0DF6-CA50-F0A1-2F5CBFC7BA3A}"/>
          </ac:spMkLst>
        </pc:spChg>
        <pc:picChg chg="del">
          <ac:chgData name="Shivam Sharma" userId="ac8c2930f7ffccf4" providerId="LiveId" clId="{DE4A2598-59B6-47F1-B9A0-6772700E6470}" dt="2025-08-20T14:15:34.004" v="1007" actId="478"/>
          <ac:picMkLst>
            <pc:docMk/>
            <pc:sldMk cId="469319410" sldId="319"/>
            <ac:picMk id="3" creationId="{3CB5B746-A323-3759-A4C1-06259CBB5676}"/>
          </ac:picMkLst>
        </pc:picChg>
        <pc:picChg chg="add mod">
          <ac:chgData name="Shivam Sharma" userId="ac8c2930f7ffccf4" providerId="LiveId" clId="{DE4A2598-59B6-47F1-B9A0-6772700E6470}" dt="2025-08-20T14:15:57.603" v="1019" actId="1076"/>
          <ac:picMkLst>
            <pc:docMk/>
            <pc:sldMk cId="469319410" sldId="319"/>
            <ac:picMk id="5" creationId="{DCE8DC0E-8ACC-71C7-3454-59BD1720CCD7}"/>
          </ac:picMkLst>
        </pc:picChg>
      </pc:sldChg>
      <pc:sldChg chg="addSp delSp modSp add mod">
        <pc:chgData name="Shivam Sharma" userId="ac8c2930f7ffccf4" providerId="LiveId" clId="{DE4A2598-59B6-47F1-B9A0-6772700E6470}" dt="2025-08-20T16:06:47.311" v="1289" actId="14100"/>
        <pc:sldMkLst>
          <pc:docMk/>
          <pc:sldMk cId="225765059" sldId="320"/>
        </pc:sldMkLst>
        <pc:spChg chg="add del mod">
          <ac:chgData name="Shivam Sharma" userId="ac8c2930f7ffccf4" providerId="LiveId" clId="{DE4A2598-59B6-47F1-B9A0-6772700E6470}" dt="2025-08-20T15:55:57.823" v="1280" actId="478"/>
          <ac:spMkLst>
            <pc:docMk/>
            <pc:sldMk cId="225765059" sldId="320"/>
            <ac:spMk id="4" creationId="{021DAD26-F37E-E8CB-8D50-D22ABD8D95AB}"/>
          </ac:spMkLst>
        </pc:spChg>
        <pc:spChg chg="del">
          <ac:chgData name="Shivam Sharma" userId="ac8c2930f7ffccf4" providerId="LiveId" clId="{DE4A2598-59B6-47F1-B9A0-6772700E6470}" dt="2025-08-20T15:55:42.564" v="1268" actId="478"/>
          <ac:spMkLst>
            <pc:docMk/>
            <pc:sldMk cId="225765059" sldId="320"/>
            <ac:spMk id="15" creationId="{69D71978-4AB9-ABFD-594F-860227312A35}"/>
          </ac:spMkLst>
        </pc:spChg>
        <pc:spChg chg="mod">
          <ac:chgData name="Shivam Sharma" userId="ac8c2930f7ffccf4" providerId="LiveId" clId="{DE4A2598-59B6-47F1-B9A0-6772700E6470}" dt="2025-08-20T15:55:46.782" v="1277" actId="20577"/>
          <ac:spMkLst>
            <pc:docMk/>
            <pc:sldMk cId="225765059" sldId="320"/>
            <ac:spMk id="21" creationId="{907671E7-3470-3162-4C39-1820CB56B0E7}"/>
          </ac:spMkLst>
        </pc:spChg>
        <pc:spChg chg="mod">
          <ac:chgData name="Shivam Sharma" userId="ac8c2930f7ffccf4" providerId="LiveId" clId="{DE4A2598-59B6-47F1-B9A0-6772700E6470}" dt="2025-08-20T15:55:52.423" v="1278" actId="20577"/>
          <ac:spMkLst>
            <pc:docMk/>
            <pc:sldMk cId="225765059" sldId="320"/>
            <ac:spMk id="22" creationId="{6E0BDFC1-CA48-5D4F-CB83-638A5C58863A}"/>
          </ac:spMkLst>
        </pc:spChg>
        <pc:picChg chg="add mod">
          <ac:chgData name="Shivam Sharma" userId="ac8c2930f7ffccf4" providerId="LiveId" clId="{DE4A2598-59B6-47F1-B9A0-6772700E6470}" dt="2025-08-20T16:06:47.311" v="1289" actId="14100"/>
          <ac:picMkLst>
            <pc:docMk/>
            <pc:sldMk cId="225765059" sldId="320"/>
            <ac:picMk id="6" creationId="{75DECA70-38F1-92FE-75C7-8F3F278C6464}"/>
          </ac:picMkLst>
        </pc:picChg>
        <pc:picChg chg="del">
          <ac:chgData name="Shivam Sharma" userId="ac8c2930f7ffccf4" providerId="LiveId" clId="{DE4A2598-59B6-47F1-B9A0-6772700E6470}" dt="2025-08-20T15:55:59.347" v="1281" actId="478"/>
          <ac:picMkLst>
            <pc:docMk/>
            <pc:sldMk cId="225765059" sldId="320"/>
            <ac:picMk id="14" creationId="{371BBC1A-E086-CEB8-9CC0-058AABA7D9A8}"/>
          </ac:picMkLst>
        </pc:picChg>
        <pc:picChg chg="del">
          <ac:chgData name="Shivam Sharma" userId="ac8c2930f7ffccf4" providerId="LiveId" clId="{DE4A2598-59B6-47F1-B9A0-6772700E6470}" dt="2025-08-20T15:55:55.318" v="1279" actId="478"/>
          <ac:picMkLst>
            <pc:docMk/>
            <pc:sldMk cId="225765059" sldId="320"/>
            <ac:picMk id="17" creationId="{53C18AF0-359A-0CFA-E043-9292BE0B63C6}"/>
          </ac:picMkLst>
        </pc:picChg>
        <pc:picChg chg="del">
          <ac:chgData name="Shivam Sharma" userId="ac8c2930f7ffccf4" providerId="LiveId" clId="{DE4A2598-59B6-47F1-B9A0-6772700E6470}" dt="2025-08-20T15:56:00.871" v="1282" actId="478"/>
          <ac:picMkLst>
            <pc:docMk/>
            <pc:sldMk cId="225765059" sldId="320"/>
            <ac:picMk id="20" creationId="{A4B7A6A7-C856-C446-5790-F31CBB6C5186}"/>
          </ac:picMkLst>
        </pc:picChg>
        <pc:picChg chg="del">
          <ac:chgData name="Shivam Sharma" userId="ac8c2930f7ffccf4" providerId="LiveId" clId="{DE4A2598-59B6-47F1-B9A0-6772700E6470}" dt="2025-08-20T15:56:04.247" v="1284" actId="478"/>
          <ac:picMkLst>
            <pc:docMk/>
            <pc:sldMk cId="225765059" sldId="320"/>
            <ac:picMk id="28" creationId="{E12D3F58-812B-1EC1-6F59-9ACECD4801A3}"/>
          </ac:picMkLst>
        </pc:picChg>
        <pc:picChg chg="del">
          <ac:chgData name="Shivam Sharma" userId="ac8c2930f7ffccf4" providerId="LiveId" clId="{DE4A2598-59B6-47F1-B9A0-6772700E6470}" dt="2025-08-20T15:56:02.780" v="1283" actId="478"/>
          <ac:picMkLst>
            <pc:docMk/>
            <pc:sldMk cId="225765059" sldId="320"/>
            <ac:picMk id="30" creationId="{AE3715AF-B80E-6B8D-F85A-041FFB2395DA}"/>
          </ac:picMkLst>
        </pc:picChg>
      </pc:sldChg>
      <pc:sldChg chg="addSp delSp modSp add mod">
        <pc:chgData name="Shivam Sharma" userId="ac8c2930f7ffccf4" providerId="LiveId" clId="{DE4A2598-59B6-47F1-B9A0-6772700E6470}" dt="2025-08-20T16:29:24.936" v="1421" actId="14100"/>
        <pc:sldMkLst>
          <pc:docMk/>
          <pc:sldMk cId="1616583791" sldId="321"/>
        </pc:sldMkLst>
        <pc:picChg chg="add mod">
          <ac:chgData name="Shivam Sharma" userId="ac8c2930f7ffccf4" providerId="LiveId" clId="{DE4A2598-59B6-47F1-B9A0-6772700E6470}" dt="2025-08-20T16:29:09.951" v="1418" actId="14100"/>
          <ac:picMkLst>
            <pc:docMk/>
            <pc:sldMk cId="1616583791" sldId="321"/>
            <ac:picMk id="4" creationId="{2763935E-2F7E-BCAA-18FF-28A4BBA2C2E9}"/>
          </ac:picMkLst>
        </pc:picChg>
        <pc:picChg chg="add mod">
          <ac:chgData name="Shivam Sharma" userId="ac8c2930f7ffccf4" providerId="LiveId" clId="{DE4A2598-59B6-47F1-B9A0-6772700E6470}" dt="2025-08-20T16:29:24.936" v="1421" actId="14100"/>
          <ac:picMkLst>
            <pc:docMk/>
            <pc:sldMk cId="1616583791" sldId="321"/>
            <ac:picMk id="6" creationId="{FFEB2057-49C5-356D-4D9D-C893DC24963E}"/>
          </ac:picMkLst>
        </pc:picChg>
        <pc:picChg chg="add mod">
          <ac:chgData name="Shivam Sharma" userId="ac8c2930f7ffccf4" providerId="LiveId" clId="{DE4A2598-59B6-47F1-B9A0-6772700E6470}" dt="2025-08-20T16:29:12.145" v="1419" actId="1076"/>
          <ac:picMkLst>
            <pc:docMk/>
            <pc:sldMk cId="1616583791" sldId="321"/>
            <ac:picMk id="8" creationId="{F2F82789-CA18-FAF6-DC1A-AC1C8F76867F}"/>
          </ac:picMkLst>
        </pc:picChg>
        <pc:picChg chg="del">
          <ac:chgData name="Shivam Sharma" userId="ac8c2930f7ffccf4" providerId="LiveId" clId="{DE4A2598-59B6-47F1-B9A0-6772700E6470}" dt="2025-08-20T16:19:10.939" v="1355" actId="478"/>
          <ac:picMkLst>
            <pc:docMk/>
            <pc:sldMk cId="1616583791" sldId="321"/>
            <ac:picMk id="14" creationId="{97696A6E-5B02-1D0F-BFB0-8AA5C87C4033}"/>
          </ac:picMkLst>
        </pc:picChg>
        <pc:picChg chg="del mod">
          <ac:chgData name="Shivam Sharma" userId="ac8c2930f7ffccf4" providerId="LiveId" clId="{DE4A2598-59B6-47F1-B9A0-6772700E6470}" dt="2025-08-20T16:19:17.941" v="1359" actId="21"/>
          <ac:picMkLst>
            <pc:docMk/>
            <pc:sldMk cId="1616583791" sldId="321"/>
            <ac:picMk id="17" creationId="{843F3AD9-3E03-DF7B-9C6B-274B40F655AE}"/>
          </ac:picMkLst>
        </pc:picChg>
        <pc:picChg chg="del mod">
          <ac:chgData name="Shivam Sharma" userId="ac8c2930f7ffccf4" providerId="LiveId" clId="{DE4A2598-59B6-47F1-B9A0-6772700E6470}" dt="2025-08-20T16:24:38.833" v="1381" actId="478"/>
          <ac:picMkLst>
            <pc:docMk/>
            <pc:sldMk cId="1616583791" sldId="321"/>
            <ac:picMk id="28" creationId="{8F0FEDBC-E4A8-53D5-796C-BD20EF88E822}"/>
          </ac:picMkLst>
        </pc:picChg>
        <pc:picChg chg="del mod">
          <ac:chgData name="Shivam Sharma" userId="ac8c2930f7ffccf4" providerId="LiveId" clId="{DE4A2598-59B6-47F1-B9A0-6772700E6470}" dt="2025-08-20T16:25:24.939" v="1387" actId="478"/>
          <ac:picMkLst>
            <pc:docMk/>
            <pc:sldMk cId="1616583791" sldId="321"/>
            <ac:picMk id="30" creationId="{3B5C8EA1-4357-DC76-3AE3-C65ABE192460}"/>
          </ac:picMkLst>
        </pc:picChg>
        <pc:picChg chg="del">
          <ac:chgData name="Shivam Sharma" userId="ac8c2930f7ffccf4" providerId="LiveId" clId="{DE4A2598-59B6-47F1-B9A0-6772700E6470}" dt="2025-08-20T16:19:10.939" v="1355" actId="478"/>
          <ac:picMkLst>
            <pc:docMk/>
            <pc:sldMk cId="1616583791" sldId="321"/>
            <ac:picMk id="32" creationId="{025F3115-0182-9FDB-B502-DAE10A42CEE8}"/>
          </ac:picMkLst>
        </pc:picChg>
        <pc:picChg chg="del">
          <ac:chgData name="Shivam Sharma" userId="ac8c2930f7ffccf4" providerId="LiveId" clId="{DE4A2598-59B6-47F1-B9A0-6772700E6470}" dt="2025-08-20T16:19:10.939" v="1355" actId="478"/>
          <ac:picMkLst>
            <pc:docMk/>
            <pc:sldMk cId="1616583791" sldId="321"/>
            <ac:picMk id="34" creationId="{F47ACBB2-D164-3BF4-6F23-C6EBD431B084}"/>
          </ac:picMkLst>
        </pc:picChg>
        <pc:picChg chg="del">
          <ac:chgData name="Shivam Sharma" userId="ac8c2930f7ffccf4" providerId="LiveId" clId="{DE4A2598-59B6-47F1-B9A0-6772700E6470}" dt="2025-08-20T16:19:10.939" v="1355" actId="478"/>
          <ac:picMkLst>
            <pc:docMk/>
            <pc:sldMk cId="1616583791" sldId="321"/>
            <ac:picMk id="38" creationId="{BF0B4726-9771-6710-CE4D-F347561CC34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08/19/2025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08/19/2025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CA96F-E1C3-EC68-9700-CE6646DB9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378DD-2C6D-C19E-688B-689C47C24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5F638-B050-B5B0-1BCE-8D8E89394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F0F9E-59BF-8DAF-F57A-45988F246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6628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03F7D-F683-5732-130A-A43F3AA0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3C928-3902-0620-1834-89B58799E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BEEFF-FDE8-0207-123C-1223340D0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9A30B-EDC2-EE2A-CD09-EFC679BAA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07944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F4E7-F215-53F3-7A93-81BB98EE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C2BFF-4934-5293-F441-450B81025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12362-B07A-3C33-55A6-0D56B54F7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2AC5D-1687-0C7A-A673-9184F51BF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88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1CF3F-5CFE-429D-00EB-BA699CB8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CEC1E-050E-5F33-D7D0-EB84AB660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C9D32-15CA-1A14-94AF-4568C64F9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9E54B-3FE6-FDD6-6BE8-8B9220607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6719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615DC-920F-7B8B-318B-0F0305E7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ED864-BC99-15A8-0B97-5EE07386D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84BBA-8939-6AAD-B082-505FEFA1C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F14E7-2D74-2C76-E591-6A6AFF225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67623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03955-D795-C53E-653E-B9CBAC89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77EB8-D92A-B15E-0D86-AAB32A95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AD8E7-88E4-AA1D-DF7E-4BB0B2A4C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C0B34-C738-6A8B-E415-11ABAA30F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0995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EF9B-F629-EB30-D229-160926B69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B6991-D7F1-2E67-7A60-E5DC74981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247A5-E7B3-F1C4-4D75-2F2DF96B6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20526-A53B-1153-7D41-767C3EFF0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377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ED4EB-725A-A3B2-3376-ECAC6EC0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F3CDB-68A0-6E9E-5193-9906C3BDE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A8FDC-96F5-AAA9-5D79-53E4108D9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CD05E-C3EC-5E4F-4D58-05190FB88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7502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Medisyn lab case study</a:t>
            </a:r>
            <a:br>
              <a:rPr lang="en-US" dirty="0"/>
            </a:br>
            <a:r>
              <a:rPr lang="en-US" dirty="0"/>
              <a:t>(Barclays)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Shivam Sharma</a:t>
            </a:r>
          </a:p>
          <a:p>
            <a:r>
              <a:rPr lang="en-US" sz="1400" dirty="0"/>
              <a:t>(shivam94000@gmail.com)</a:t>
            </a: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207273"/>
            <a:ext cx="5547361" cy="190752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b="1" dirty="0"/>
              <a:t>Context</a:t>
            </a:r>
          </a:p>
          <a:p>
            <a:pPr algn="just"/>
            <a:r>
              <a:rPr lang="en-US" sz="1500" dirty="0"/>
              <a:t>Medisyn Labs has launched a diverse range of medicines targeting:</a:t>
            </a:r>
          </a:p>
          <a:p>
            <a:pPr lvl="1" algn="just"/>
            <a:r>
              <a:rPr lang="en-US" sz="1500" dirty="0"/>
              <a:t>Common ailments: cold, flu, allergies, pain relief</a:t>
            </a:r>
          </a:p>
          <a:p>
            <a:pPr algn="just"/>
            <a:r>
              <a:rPr lang="en-US" sz="1500" dirty="0"/>
              <a:t>Products sold via online platforms, where customers:</a:t>
            </a:r>
          </a:p>
          <a:p>
            <a:pPr lvl="1" algn="just"/>
            <a:r>
              <a:rPr lang="en-US" sz="1500" dirty="0"/>
              <a:t>Leave reviews and ratings</a:t>
            </a:r>
          </a:p>
          <a:p>
            <a:pPr lvl="1" algn="just"/>
            <a:r>
              <a:rPr lang="en-US" sz="1500" dirty="0"/>
              <a:t>Mention the illness/condition they used the medicine for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1887201" cy="424732"/>
          </a:xfrm>
        </p:spPr>
        <p:txBody>
          <a:bodyPr/>
          <a:lstStyle/>
          <a:p>
            <a:r>
              <a:rPr lang="en-US" dirty="0"/>
              <a:t>Unlocking insights from customer feedback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E5EF9807-85A3-0340-2EFE-8AD07CE5D62E}"/>
              </a:ext>
            </a:extLst>
          </p:cNvPr>
          <p:cNvSpPr txBox="1">
            <a:spLocks/>
          </p:cNvSpPr>
          <p:nvPr/>
        </p:nvSpPr>
        <p:spPr>
          <a:xfrm>
            <a:off x="526473" y="4203469"/>
            <a:ext cx="5569528" cy="21363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Current Challenge</a:t>
            </a:r>
          </a:p>
          <a:p>
            <a:r>
              <a:rPr lang="en-US" sz="1500" dirty="0"/>
              <a:t>It is suspected that,</a:t>
            </a:r>
          </a:p>
          <a:p>
            <a:pPr lvl="1"/>
            <a:r>
              <a:rPr lang="en-US" sz="1500" dirty="0"/>
              <a:t>Customer feedback contains untapped insights which could enhance:</a:t>
            </a:r>
          </a:p>
          <a:p>
            <a:pPr lvl="2"/>
            <a:r>
              <a:rPr lang="en-US" sz="1500" dirty="0"/>
              <a:t>Product formulation</a:t>
            </a:r>
          </a:p>
          <a:p>
            <a:pPr lvl="2"/>
            <a:r>
              <a:rPr lang="en-US" sz="1500" dirty="0"/>
              <a:t>Marketing strategies</a:t>
            </a:r>
          </a:p>
          <a:p>
            <a:pPr lvl="2"/>
            <a:r>
              <a:rPr lang="en-US" sz="1500" dirty="0"/>
              <a:t>Customer support service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B18CF713-5CF4-5E59-78B4-8B1340825FB2}"/>
              </a:ext>
            </a:extLst>
          </p:cNvPr>
          <p:cNvSpPr txBox="1">
            <a:spLocks/>
          </p:cNvSpPr>
          <p:nvPr/>
        </p:nvSpPr>
        <p:spPr>
          <a:xfrm>
            <a:off x="6248400" y="2212173"/>
            <a:ext cx="5547361" cy="3121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What is needed?</a:t>
            </a:r>
          </a:p>
          <a:p>
            <a:r>
              <a:rPr lang="en-US" sz="1500" dirty="0"/>
              <a:t>Build intelligent system to</a:t>
            </a:r>
          </a:p>
          <a:p>
            <a:pPr lvl="1"/>
            <a:r>
              <a:rPr lang="en-US" sz="1500" dirty="0"/>
              <a:t>classify customer reviews as positive or negative</a:t>
            </a:r>
          </a:p>
          <a:p>
            <a:pPr lvl="1"/>
            <a:r>
              <a:rPr lang="en-US" sz="1500" dirty="0"/>
              <a:t>Predict the effectiveness rating of a medicine based on review content and usage context</a:t>
            </a:r>
          </a:p>
          <a:p>
            <a:pPr lvl="1"/>
            <a:r>
              <a:rPr lang="en-US" sz="1500" dirty="0"/>
              <a:t>Build a model to classify customer reviews as positive or negative</a:t>
            </a:r>
          </a:p>
          <a:p>
            <a:pPr lvl="1"/>
            <a:r>
              <a:rPr lang="en-US" sz="1500" dirty="0"/>
              <a:t>Recommend medicines based on user symptoms and historical reviews</a:t>
            </a:r>
          </a:p>
          <a:p>
            <a:pPr lvl="1"/>
            <a:endParaRPr lang="en-US" sz="1300" dirty="0"/>
          </a:p>
          <a:p>
            <a:pPr lvl="1"/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DCA40-E05F-C12A-F71F-F89D423C4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84A5A6E-3FC5-CAD4-C247-A4CD2728D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9600"/>
            <a:ext cx="10805160" cy="707886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BC1A30F-DD4D-0D7C-0DB7-0F133701B5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6239" y="1905000"/>
            <a:ext cx="4709161" cy="4132567"/>
          </a:xfrm>
        </p:spPr>
        <p:txBody>
          <a:bodyPr>
            <a:normAutofit/>
          </a:bodyPr>
          <a:lstStyle/>
          <a:p>
            <a:pPr algn="just"/>
            <a:r>
              <a:rPr lang="en-US" sz="1500" dirty="0"/>
              <a:t>2 .tsv files</a:t>
            </a:r>
          </a:p>
          <a:p>
            <a:pPr lvl="1" algn="just"/>
            <a:r>
              <a:rPr lang="en-US" sz="1500" dirty="0"/>
              <a:t>Train set  - 75% </a:t>
            </a:r>
          </a:p>
          <a:p>
            <a:pPr lvl="1" algn="just"/>
            <a:r>
              <a:rPr lang="en-US" sz="1500" dirty="0"/>
              <a:t>Test set – 25%</a:t>
            </a:r>
          </a:p>
          <a:p>
            <a:r>
              <a:rPr lang="en-US" sz="1500" dirty="0"/>
              <a:t>Variables Included (in exact order):</a:t>
            </a:r>
          </a:p>
          <a:p>
            <a:pPr lvl="1"/>
            <a:r>
              <a:rPr lang="en-US" sz="1500" dirty="0"/>
              <a:t>Customer Identifier – Unique reviewer ID</a:t>
            </a:r>
          </a:p>
          <a:p>
            <a:pPr lvl="1"/>
            <a:r>
              <a:rPr lang="en-US" sz="1500" dirty="0"/>
              <a:t>Medicine Name – Product being reviewed</a:t>
            </a:r>
          </a:p>
          <a:p>
            <a:pPr lvl="1"/>
            <a:r>
              <a:rPr lang="en-US" sz="1500" dirty="0"/>
              <a:t>Rating – 10-star overall satisfaction score</a:t>
            </a:r>
          </a:p>
          <a:p>
            <a:pPr lvl="1"/>
            <a:r>
              <a:rPr lang="en-US" sz="1500" dirty="0"/>
              <a:t>Effectiveness – 5-step categorical rating</a:t>
            </a:r>
          </a:p>
          <a:p>
            <a:pPr lvl="1"/>
            <a:r>
              <a:rPr lang="en-US" sz="1500" dirty="0"/>
              <a:t>Side Effects – 5-step categorical rating</a:t>
            </a:r>
          </a:p>
          <a:p>
            <a:pPr lvl="1"/>
            <a:r>
              <a:rPr lang="en-US" sz="1500" dirty="0"/>
              <a:t>Condition/Illness – Reason for taking the medicine</a:t>
            </a:r>
          </a:p>
          <a:p>
            <a:pPr lvl="1"/>
            <a:r>
              <a:rPr lang="en-US" sz="1500" dirty="0"/>
              <a:t>Review: Benefits – Text describing perceived benefits</a:t>
            </a:r>
          </a:p>
          <a:p>
            <a:pPr lvl="1"/>
            <a:r>
              <a:rPr lang="en-US" sz="1500" dirty="0"/>
              <a:t>Review: Side Effects – Text describing experienced side effects</a:t>
            </a:r>
          </a:p>
          <a:p>
            <a:pPr lvl="1"/>
            <a:r>
              <a:rPr lang="en-US" sz="1500" dirty="0"/>
              <a:t>Review: Overall – General feedback and experience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9A17D1-4028-D68E-1B8A-75A2583EEF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295400"/>
            <a:ext cx="11887201" cy="424732"/>
          </a:xfrm>
        </p:spPr>
        <p:txBody>
          <a:bodyPr/>
          <a:lstStyle/>
          <a:p>
            <a:r>
              <a:rPr lang="en-US" dirty="0"/>
              <a:t>Let’s see what data we have for investigation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314B5-61B1-30E7-4A36-C7062252B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79FF09C7-F96E-83BC-561E-A68FA3200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A90A3255-D873-6398-F39C-73A15269A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FAAF729-722E-271D-2E5F-613F2F126C3C}"/>
              </a:ext>
            </a:extLst>
          </p:cNvPr>
          <p:cNvGrpSpPr/>
          <p:nvPr/>
        </p:nvGrpSpPr>
        <p:grpSpPr>
          <a:xfrm>
            <a:off x="5219699" y="1905000"/>
            <a:ext cx="6805263" cy="3488966"/>
            <a:chOff x="5219699" y="2149834"/>
            <a:chExt cx="6805263" cy="348896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980209E-6DDF-0D48-9228-76DF52319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000" y="2543104"/>
              <a:ext cx="6690962" cy="3095696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8" name="Content Placeholder 12">
              <a:extLst>
                <a:ext uri="{FF2B5EF4-FFF2-40B4-BE49-F238E27FC236}">
                  <a16:creationId xmlns:a16="http://schemas.microsoft.com/office/drawing/2014/main" id="{83E3B093-BE3E-7B48-EC62-F0EAFD88B771}"/>
                </a:ext>
              </a:extLst>
            </p:cNvPr>
            <p:cNvSpPr txBox="1">
              <a:spLocks/>
            </p:cNvSpPr>
            <p:nvPr/>
          </p:nvSpPr>
          <p:spPr>
            <a:xfrm>
              <a:off x="5219699" y="2149834"/>
              <a:ext cx="1447800" cy="4247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14400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60704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16152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362456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b="1" dirty="0"/>
                <a:t>Sample Data</a:t>
              </a: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0025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4B36D-2EF1-7E72-6A4D-ED3CBD28B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E376D8-652E-FFB2-0102-3ECF596C5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D5D81293-B1D3-2AE7-4B2A-819C75742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2F513348-4841-C1B5-2860-629850F19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5661C0-A6C5-C187-9DB7-D1DBC10EE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82" y="1777493"/>
            <a:ext cx="3547293" cy="2116875"/>
          </a:xfrm>
          <a:prstGeom prst="rect">
            <a:avLst/>
          </a:prstGeom>
        </p:spPr>
      </p:pic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A53C004D-008C-6FAF-8304-17167796A9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0" y="347871"/>
            <a:ext cx="2895600" cy="707886"/>
          </a:xfrm>
        </p:spPr>
        <p:txBody>
          <a:bodyPr>
            <a:normAutofit/>
          </a:bodyPr>
          <a:lstStyle/>
          <a:p>
            <a:pPr algn="just"/>
            <a:r>
              <a:rPr lang="en-US" sz="1500" dirty="0"/>
              <a:t>Total rows in train set </a:t>
            </a:r>
            <a:r>
              <a:rPr lang="en-US" sz="1500" dirty="0">
                <a:sym typeface="Wingdings" panose="05000000000000000000" pitchFamily="2" charset="2"/>
              </a:rPr>
              <a:t> 3107</a:t>
            </a:r>
          </a:p>
          <a:p>
            <a:pPr algn="just"/>
            <a:r>
              <a:rPr lang="en-US" sz="1500" dirty="0">
                <a:sym typeface="Wingdings" panose="05000000000000000000" pitchFamily="2" charset="2"/>
              </a:rPr>
              <a:t>Total rows in test set  1036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0ED9D5-F2CD-2450-8736-785F9E937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20" y="3969102"/>
            <a:ext cx="3572889" cy="2672203"/>
          </a:xfrm>
          <a:prstGeom prst="rect">
            <a:avLst/>
          </a:prstGeom>
        </p:spPr>
      </p:pic>
      <p:sp>
        <p:nvSpPr>
          <p:cNvPr id="21" name="Title 11">
            <a:extLst>
              <a:ext uri="{FF2B5EF4-FFF2-40B4-BE49-F238E27FC236}">
                <a16:creationId xmlns:a16="http://schemas.microsoft.com/office/drawing/2014/main" id="{9139A9AC-C6AE-9B6D-DC98-68478A784395}"/>
              </a:ext>
            </a:extLst>
          </p:cNvPr>
          <p:cNvSpPr txBox="1">
            <a:spLocks/>
          </p:cNvSpPr>
          <p:nvPr/>
        </p:nvSpPr>
        <p:spPr>
          <a:xfrm>
            <a:off x="548640" y="609600"/>
            <a:ext cx="10805160" cy="7078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INSIGHT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1984035-9DE6-E85B-FB5E-F5250D7E4F41}"/>
              </a:ext>
            </a:extLst>
          </p:cNvPr>
          <p:cNvSpPr txBox="1">
            <a:spLocks/>
          </p:cNvSpPr>
          <p:nvPr/>
        </p:nvSpPr>
        <p:spPr>
          <a:xfrm>
            <a:off x="-1" y="1295400"/>
            <a:ext cx="11887201" cy="42473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64008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Investigating the data …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78B54E-66E1-81AB-8FF3-845DA54AAB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1777493"/>
            <a:ext cx="2667000" cy="208099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81F3A04-499E-C880-F0D6-5E7B9F500E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1795022"/>
            <a:ext cx="2590800" cy="206346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2EC6CAA-1604-7548-55E8-3C1EE4F01F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1425" y="1795022"/>
            <a:ext cx="2435775" cy="225300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901ACE2-C8D0-C3E8-155C-87878CC29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2472" y="3917535"/>
            <a:ext cx="3382227" cy="277795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77EBF5A-EF1E-323C-D5B3-7D5DD4211C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5526" y="4078511"/>
            <a:ext cx="3664267" cy="251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36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83B8-7F43-96F6-087C-D5A5800AE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94ECB1-A30F-7750-5752-394C7EC21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8B5BA927-643A-6C01-356A-43875998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F4FCA0DC-32BD-395B-C4B2-18475EF6E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B70AE557-2CC8-0445-7D7B-A52AC375AD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0" y="347871"/>
            <a:ext cx="2895600" cy="707886"/>
          </a:xfrm>
        </p:spPr>
        <p:txBody>
          <a:bodyPr>
            <a:normAutofit/>
          </a:bodyPr>
          <a:lstStyle/>
          <a:p>
            <a:pPr algn="just"/>
            <a:r>
              <a:rPr lang="en-US" sz="1500" dirty="0"/>
              <a:t>Total rows in train set </a:t>
            </a:r>
            <a:r>
              <a:rPr lang="en-US" sz="1500" dirty="0">
                <a:sym typeface="Wingdings" panose="05000000000000000000" pitchFamily="2" charset="2"/>
              </a:rPr>
              <a:t> 3107</a:t>
            </a:r>
          </a:p>
          <a:p>
            <a:pPr algn="just"/>
            <a:r>
              <a:rPr lang="en-US" sz="1500" dirty="0">
                <a:sym typeface="Wingdings" panose="05000000000000000000" pitchFamily="2" charset="2"/>
              </a:rPr>
              <a:t>Total rows in test set  1036</a:t>
            </a:r>
            <a:endParaRPr lang="en-US" sz="1500" dirty="0"/>
          </a:p>
        </p:txBody>
      </p:sp>
      <p:sp>
        <p:nvSpPr>
          <p:cNvPr id="21" name="Title 11">
            <a:extLst>
              <a:ext uri="{FF2B5EF4-FFF2-40B4-BE49-F238E27FC236}">
                <a16:creationId xmlns:a16="http://schemas.microsoft.com/office/drawing/2014/main" id="{E115EFF7-F230-8E1F-666F-D3C05CA921AE}"/>
              </a:ext>
            </a:extLst>
          </p:cNvPr>
          <p:cNvSpPr txBox="1">
            <a:spLocks/>
          </p:cNvSpPr>
          <p:nvPr/>
        </p:nvSpPr>
        <p:spPr>
          <a:xfrm>
            <a:off x="548640" y="609600"/>
            <a:ext cx="10805160" cy="7078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INSIGHT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5CE5D0DC-9D1B-562C-1943-7F5D830E09F5}"/>
              </a:ext>
            </a:extLst>
          </p:cNvPr>
          <p:cNvSpPr txBox="1">
            <a:spLocks/>
          </p:cNvSpPr>
          <p:nvPr/>
        </p:nvSpPr>
        <p:spPr>
          <a:xfrm>
            <a:off x="-1" y="1295400"/>
            <a:ext cx="11887201" cy="42473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64008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Investigating the data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3935E-2F7E-BCAA-18FF-28A4BBA2C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781490"/>
            <a:ext cx="4642213" cy="2599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EB2057-49C5-356D-4D9D-C893DC249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328" y="1778720"/>
            <a:ext cx="4551320" cy="25998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F82789-CA18-FAF6-DC1A-AC1C8F768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4378601"/>
            <a:ext cx="5399040" cy="232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83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78D14-D53E-1D78-7DC4-4BF81C59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C5233D-30E7-2F7E-2B6B-0401D9B41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EA07C6DC-20A7-5BED-F153-62E909310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9F4145B0-001B-E227-6ADF-5A76DEFEA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21" name="Title 11">
            <a:extLst>
              <a:ext uri="{FF2B5EF4-FFF2-40B4-BE49-F238E27FC236}">
                <a16:creationId xmlns:a16="http://schemas.microsoft.com/office/drawing/2014/main" id="{907671E7-3470-3162-4C39-1820CB56B0E7}"/>
              </a:ext>
            </a:extLst>
          </p:cNvPr>
          <p:cNvSpPr txBox="1">
            <a:spLocks/>
          </p:cNvSpPr>
          <p:nvPr/>
        </p:nvSpPr>
        <p:spPr>
          <a:xfrm>
            <a:off x="548640" y="609600"/>
            <a:ext cx="10805160" cy="7078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High Level Solution Modules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6E0BDFC1-CA48-5D4F-CB83-638A5C58863A}"/>
              </a:ext>
            </a:extLst>
          </p:cNvPr>
          <p:cNvSpPr txBox="1">
            <a:spLocks/>
          </p:cNvSpPr>
          <p:nvPr/>
        </p:nvSpPr>
        <p:spPr>
          <a:xfrm>
            <a:off x="-1" y="1295400"/>
            <a:ext cx="11887201" cy="42473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64008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DECA70-38F1-92FE-75C7-8F3F278C6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9" y="1905000"/>
            <a:ext cx="9496437" cy="428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65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33F1D-4138-E3DC-7833-79D26F9D5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EDF056F-45A6-07D3-0DEA-A8441A84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Classification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927B086D-5549-0DC3-DBB4-23D3A61EF2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4293" y="1858602"/>
            <a:ext cx="5175359" cy="3048000"/>
          </a:xfrm>
        </p:spPr>
        <p:txBody>
          <a:bodyPr>
            <a:normAutofit/>
          </a:bodyPr>
          <a:lstStyle/>
          <a:p>
            <a:pPr algn="just"/>
            <a:r>
              <a:rPr lang="en-US" sz="1500" b="1" dirty="0"/>
              <a:t>Metrics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500" dirty="0"/>
              <a:t>accuracy  - 69.69% 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500" dirty="0"/>
              <a:t>F1 score – 78.55%</a:t>
            </a:r>
          </a:p>
          <a:p>
            <a:pPr algn="just"/>
            <a:r>
              <a:rPr lang="en-US" sz="1500" b="1" dirty="0"/>
              <a:t>Why Linear SVC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500" dirty="0"/>
              <a:t>Fast &amp; Efficient: Works well with large datasets and high-dimensional features (like TF-IDF vectors).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500" dirty="0"/>
              <a:t>Robust: Doesn’t get distracted by outliers.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500" dirty="0"/>
              <a:t>Explainable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342188-47DA-35E3-C3FE-A6297B153A4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86000" y="1150716"/>
            <a:ext cx="9581707" cy="5215360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EE3850A-2CE4-A82D-4CE4-021D47DEC37B}"/>
              </a:ext>
            </a:extLst>
          </p:cNvPr>
          <p:cNvSpPr txBox="1">
            <a:spLocks/>
          </p:cNvSpPr>
          <p:nvPr/>
        </p:nvSpPr>
        <p:spPr>
          <a:xfrm>
            <a:off x="324293" y="4906602"/>
            <a:ext cx="4933507" cy="15696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1500" b="1" dirty="0"/>
              <a:t>Value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Captures emotional tone of patients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Adds another layer of interpretability to reviews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Supports better understanding of medicine perception</a:t>
            </a:r>
          </a:p>
        </p:txBody>
      </p:sp>
    </p:spTree>
    <p:extLst>
      <p:ext uri="{BB962C8B-B14F-4D97-AF65-F5344CB8AC3E}">
        <p14:creationId xmlns:p14="http://schemas.microsoft.com/office/powerpoint/2010/main" val="3571732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B21C-224A-4181-8984-CFC358BC7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4BD925B-2105-49C2-1B02-450DC162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Effectiveness Classification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F358B1-E632-BBAC-BD0C-BC01A03DE23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01440" y="1524000"/>
            <a:ext cx="8145476" cy="5159514"/>
          </a:xfrm>
          <a:prstGeom prst="rect">
            <a:avLst/>
          </a:prstGeom>
        </p:spPr>
      </p:pic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C25537F6-AEAB-DDFE-2C93-0397A12173A7}"/>
              </a:ext>
            </a:extLst>
          </p:cNvPr>
          <p:cNvSpPr txBox="1">
            <a:spLocks/>
          </p:cNvSpPr>
          <p:nvPr/>
        </p:nvSpPr>
        <p:spPr>
          <a:xfrm>
            <a:off x="381000" y="1591886"/>
            <a:ext cx="3352800" cy="4656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500" b="1" dirty="0"/>
              <a:t>Methodology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500" dirty="0"/>
              <a:t>Encode reviews using Sentence Transformers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500" dirty="0"/>
              <a:t>One-hot encode condition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500" dirty="0"/>
              <a:t>Classifiers: Logistic Regression, SVM, </a:t>
            </a:r>
            <a:r>
              <a:rPr lang="en-US" sz="1500" dirty="0" err="1"/>
              <a:t>XGBoost</a:t>
            </a:r>
            <a:endParaRPr lang="en-US" sz="1500" dirty="0"/>
          </a:p>
          <a:p>
            <a:pPr algn="just"/>
            <a:r>
              <a:rPr lang="en-US" sz="1500" b="1" dirty="0"/>
              <a:t>Output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/>
              <a:t>5-step effectiveness rating</a:t>
            </a:r>
          </a:p>
          <a:p>
            <a:r>
              <a:rPr lang="en-US" sz="1500" b="1" dirty="0"/>
              <a:t>Value: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Helps identify promising medicines from patient experiences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Provides structured insight into textual reviews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AAB072B-A427-BF04-F968-B94647C1DC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105424"/>
              </p:ext>
            </p:extLst>
          </p:nvPr>
        </p:nvGraphicFramePr>
        <p:xfrm>
          <a:off x="10896600" y="381000"/>
          <a:ext cx="990600" cy="873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914400" imgH="806345" progId="Package">
                  <p:embed/>
                </p:oleObj>
              </mc:Choice>
              <mc:Fallback>
                <p:oleObj name="Packager Shell Object" showAsIcon="1" r:id="rId4" imgW="914400" imgH="806345" progId="Package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0AAB072B-A427-BF04-F968-B94647C1DC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96600" y="381000"/>
                        <a:ext cx="990600" cy="8736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3207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B51CC-2463-6BAE-20EF-9BE8FE467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97D381C-0DF6-CA50-F0A1-2F5CBFC7B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Cohort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462333EF-B387-EC56-E3ED-5F425AAAD4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4374" y="5295898"/>
            <a:ext cx="6265025" cy="1333502"/>
          </a:xfrm>
        </p:spPr>
        <p:txBody>
          <a:bodyPr>
            <a:normAutofit/>
          </a:bodyPr>
          <a:lstStyle/>
          <a:p>
            <a:pPr algn="just"/>
            <a:r>
              <a:rPr lang="en-US" sz="1500" b="1" dirty="0"/>
              <a:t>Metric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500" dirty="0"/>
              <a:t>Silhouette score  - 52.55%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500" dirty="0"/>
              <a:t>Interpretation – Score of ~52% means that clusters are quite distinct — much better than typical text + ratings clustering where 0.1 to 0.3 is common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8DC0E-8ACC-71C7-3454-59BD1720CC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95800" y="714166"/>
            <a:ext cx="7418239" cy="5429667"/>
          </a:xfrm>
          <a:prstGeom prst="rect">
            <a:avLst/>
          </a:prstGeom>
        </p:spPr>
      </p:pic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0504FF02-4535-ABF8-28B6-1977B9E84D19}"/>
              </a:ext>
            </a:extLst>
          </p:cNvPr>
          <p:cNvSpPr txBox="1">
            <a:spLocks/>
          </p:cNvSpPr>
          <p:nvPr/>
        </p:nvSpPr>
        <p:spPr>
          <a:xfrm>
            <a:off x="364374" y="1562099"/>
            <a:ext cx="3826626" cy="373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500" b="1" dirty="0"/>
              <a:t>Methodology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500" dirty="0"/>
              <a:t>Text features: TF-IDF + Truncated SVD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500" dirty="0"/>
              <a:t>Combine with rating score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500" dirty="0"/>
              <a:t>K-Means clustering</a:t>
            </a:r>
          </a:p>
          <a:p>
            <a:pPr algn="just"/>
            <a:r>
              <a:rPr lang="en-US" sz="1500" b="1" dirty="0"/>
              <a:t>Output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/>
              <a:t>Cohorts of customers grouped by similar reviews &amp; satisfaction</a:t>
            </a:r>
          </a:p>
          <a:p>
            <a:pPr algn="just"/>
            <a:r>
              <a:rPr lang="en-US" sz="1500" b="1" dirty="0"/>
              <a:t>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Supports segmentation for better healthcare strategies</a:t>
            </a:r>
          </a:p>
        </p:txBody>
      </p:sp>
    </p:spTree>
    <p:extLst>
      <p:ext uri="{BB962C8B-B14F-4D97-AF65-F5344CB8AC3E}">
        <p14:creationId xmlns:p14="http://schemas.microsoft.com/office/powerpoint/2010/main" val="469319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050D6-9E3C-3477-DB75-F9A1D7ED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620D66A-A054-7570-3F89-E47C48DB4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MEDICINE RECOMMENDATION SYSTEM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FB6D220-5605-9894-1DD2-9E6E7F0E98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3637299"/>
            <a:ext cx="3352800" cy="3048000"/>
          </a:xfrm>
        </p:spPr>
        <p:txBody>
          <a:bodyPr>
            <a:noAutofit/>
          </a:bodyPr>
          <a:lstStyle/>
          <a:p>
            <a:pPr algn="just"/>
            <a:r>
              <a:rPr lang="en-US" sz="1500" b="1" dirty="0"/>
              <a:t>Strategy to evaluate system output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/>
              <a:t>Offline evaluation</a:t>
            </a:r>
          </a:p>
          <a:p>
            <a:pPr marL="742950" lvl="1" indent="-285750" algn="just"/>
            <a:r>
              <a:rPr lang="en-US" sz="1500" dirty="0"/>
              <a:t>Precision@K – of the top-k recommended medicines, how many are actually relevant</a:t>
            </a:r>
          </a:p>
          <a:p>
            <a:pPr marL="742950" lvl="1" indent="-285750" algn="just"/>
            <a:r>
              <a:rPr lang="en-US" sz="1500" dirty="0"/>
              <a:t>Recall@K – of all relevant medicines, how many did the system retrieve in top-k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/>
              <a:t>Online evaluation</a:t>
            </a:r>
          </a:p>
          <a:p>
            <a:pPr marL="742950" lvl="1" indent="-285750" algn="just"/>
            <a:r>
              <a:rPr lang="en-US" sz="1500" dirty="0"/>
              <a:t>CTR – click through rate</a:t>
            </a:r>
          </a:p>
          <a:p>
            <a:pPr marL="742950" lvl="1" indent="-285750" algn="just"/>
            <a:r>
              <a:rPr lang="en-US" sz="1500" dirty="0"/>
              <a:t>Conversion / adoption rate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33DE378-CEA6-C333-95F2-2358704F90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394196"/>
              </p:ext>
            </p:extLst>
          </p:nvPr>
        </p:nvGraphicFramePr>
        <p:xfrm>
          <a:off x="10744200" y="522154"/>
          <a:ext cx="1137458" cy="975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914400" imgH="806345" progId="Package">
                  <p:embed/>
                </p:oleObj>
              </mc:Choice>
              <mc:Fallback>
                <p:oleObj name="Packager Shell Object" showAsIcon="1" r:id="rId3" imgW="914400" imgH="806345" progId="Package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33DE378-CEA6-C333-95F2-2358704F9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44200" y="522154"/>
                        <a:ext cx="1137458" cy="975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45043B7-ED98-3375-DD7B-C5EEC9C18CE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57600" y="1828800"/>
            <a:ext cx="8451684" cy="3959770"/>
          </a:xfrm>
          <a:prstGeom prst="rect">
            <a:avLst/>
          </a:prstGeom>
        </p:spPr>
      </p:pic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F882E929-FED5-6B9C-6C41-9C9384E75B15}"/>
              </a:ext>
            </a:extLst>
          </p:cNvPr>
          <p:cNvSpPr txBox="1">
            <a:spLocks/>
          </p:cNvSpPr>
          <p:nvPr/>
        </p:nvSpPr>
        <p:spPr>
          <a:xfrm>
            <a:off x="304800" y="1757015"/>
            <a:ext cx="3505200" cy="15696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1500" b="1" dirty="0"/>
              <a:t>Value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Guides patients towards medicines with strong peer support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Provides transparent reasoning behind each suggestion</a:t>
            </a:r>
          </a:p>
        </p:txBody>
      </p:sp>
    </p:spTree>
    <p:extLst>
      <p:ext uri="{BB962C8B-B14F-4D97-AF65-F5344CB8AC3E}">
        <p14:creationId xmlns:p14="http://schemas.microsoft.com/office/powerpoint/2010/main" val="5428013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86D9CC-0D9D-4BFE-B3F3-26F480BF8C8A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71af3243-3dd4-4a8d-8c0d-dd76da1f02a5"/>
    <ds:schemaRef ds:uri="http://schemas.microsoft.com/office/infopath/2007/PartnerControls"/>
    <ds:schemaRef ds:uri="16c05727-aa75-4e4a-9b5f-8a80a116589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1546</TotalTime>
  <Words>530</Words>
  <Application>Microsoft Office PowerPoint</Application>
  <PresentationFormat>Widescreen</PresentationFormat>
  <Paragraphs>108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Tw Cen MT</vt:lpstr>
      <vt:lpstr>Tw Cen MT Condensed</vt:lpstr>
      <vt:lpstr>Wingdings</vt:lpstr>
      <vt:lpstr>Wingdings 3</vt:lpstr>
      <vt:lpstr>ModernClassicBlock-3</vt:lpstr>
      <vt:lpstr>Package</vt:lpstr>
      <vt:lpstr>Medisyn lab case study (Barclays)</vt:lpstr>
      <vt:lpstr>PROBLEM Statement</vt:lpstr>
      <vt:lpstr>DATA</vt:lpstr>
      <vt:lpstr>PowerPoint Presentation</vt:lpstr>
      <vt:lpstr>PowerPoint Presentation</vt:lpstr>
      <vt:lpstr>PowerPoint Presentation</vt:lpstr>
      <vt:lpstr>Sentiment Classification</vt:lpstr>
      <vt:lpstr>Effectiveness Classification</vt:lpstr>
      <vt:lpstr>Customer Cohort</vt:lpstr>
      <vt:lpstr>MEDICINE RECOMMENDATION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Sharma</dc:creator>
  <cp:lastModifiedBy>Shivam Sharma</cp:lastModifiedBy>
  <cp:revision>1</cp:revision>
  <dcterms:created xsi:type="dcterms:W3CDTF">2025-08-19T14:48:21Z</dcterms:created>
  <dcterms:modified xsi:type="dcterms:W3CDTF">2025-08-20T16:35:06Z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